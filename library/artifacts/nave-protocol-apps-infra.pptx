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Scoped autonomy: an agent bounded on both what it may see and what it may do, with your nostr signature as the only root of authority (INVENTORY.md). This is the one-sentence thesis that grounds every app and runtime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JOURNEY.md. Four movements: 0) warm.contact as the strategic seed; 1) protocol &amp; apps sprint Jul 9-11 (~119 commits); 2) Nave unification Jul 13-14 (~143 commits, the 80-commit day); 3) agent &amp; ops era Jul 16-18 (~124 commits), the shift from building products to operating a living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§0. The frontier (not detailed here, saved for the closing slide): a request that is a grant and an enact — perceive and act collapse into one signed exchange.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§1, JOURNEY.md protocol table. Founding commit Jul 9: NIP-DA drafted with two independent implementations (JS + Go) that interop live on public relays, plus Nontact as its first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§1. Approve-before-act (WYSIWYS) is live in Luke's posting loop and formalized as Nact.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§2a. Seven applications, two of them games, all pure clients of NIP-DA.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§0, §2a; JOURNEY.md protocol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§2a, JOURNEY.md apps table. Noir M1 landed 2026-07-11 as part of the protocol sprint's founding week; M3 (AI Director) is in progress. Correction on record: an earlier note that ‘noir superseded by nave.pub’ was wrong — only the website platform flipped, the game is 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quill.md. Two identities minted through Nave, plus the user's own root: the user is the Director of their own estate; Quill is the instance. Open build queue: the M2 grant-scope reader that Quill and the Nave credential-migration M-series unblock each other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§2c, JOURNEY.md agent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nave-architecture-decisions.md AD-6, INVENTORY.md §3. Migrating a credential between modes is just re-addressing the grant — no secret re-entered.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NOPS.md, PLAN.md. IPs deliberately omitted — they live in Bitwarden, not in the docs or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PLAN.md, NOPS.md. Provider edge firewall (22/80/443) remains as belt-and-suspenders; the on-box firewall is now primary.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NOPS.md.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nave-architecture-decisions.md. These closed threads that were 'architecturally undecided,' each recorded with rationale rather than left ambiguous.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Synthesized from INVENTORY.md's status legend across every section, and JOURNEY.md's open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§5, JOURNEY.md open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INVENTORY.md §0 (the frontier), FUTURE.md/DESIGN.md reference; JOURNEY.md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1691640"/>
            <a:ext cx="2926080" cy="2926080"/>
          </a:xfrm>
          <a:prstGeom prst="ellipse">
            <a:avLst/>
          </a:prstGeom>
          <a:ln w="12700">
            <a:solidFill>
              <a:srgbClr val="3D42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02652" y="1211580"/>
            <a:ext cx="3886200" cy="3886200"/>
          </a:xfrm>
          <a:prstGeom prst="ellipse">
            <a:avLst/>
          </a:prstGeom>
          <a:ln w="12700">
            <a:solidFill>
              <a:srgbClr val="3D4270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22592" y="731520"/>
            <a:ext cx="4846320" cy="4846320"/>
          </a:xfrm>
          <a:prstGeom prst="ellipse">
            <a:avLst/>
          </a:prstGeom>
          <a:ln w="12700">
            <a:solidFill>
              <a:srgbClr val="3D4270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42532" y="251460"/>
            <a:ext cx="5806440" cy="5806440"/>
          </a:xfrm>
          <a:prstGeom prst="ellipse">
            <a:avLst/>
          </a:prstGeom>
          <a:ln w="12700">
            <a:solidFill>
              <a:srgbClr val="3D4270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37192" y="3044952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 for scoped autonomy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3703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 ·  APPS  ·  INFRASTRUCTURE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Fairweather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= Freedom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41732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1B1C3E"/>
          </a:solidFill>
          <a:ln w="12700">
            <a:solidFill>
              <a:srgbClr val="3D42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002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signature is the authorization; the rotation is the revocation.”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nostr primitive — the scoped, revocable data grant — turns out to be enough to rebuild contacts, files, secure intake, legacy, games, and agent delegation, each as a pure client of the same protocol, each where your data answers to your keys and no one else’s.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434340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1B1C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48920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data grants bound what an agent may perceive — the perceive side of the protocol.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0488" y="434340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1B1C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4808" y="48920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action approvals bound what an agent may act on — the act side of the protocol.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the open, ten days and counting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1234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commit 2026-07-09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61688" y="1234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445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361688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estate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73568" y="1234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973568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2026-07-18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227832"/>
            <a:ext cx="10332720" cy="0"/>
          </a:xfrm>
          <a:prstGeom prst="line">
            <a:avLst/>
          </a:prstGeom>
          <a:noFill/>
          <a:ln w="25400">
            <a:solidFill>
              <a:srgbClr val="E1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3118104"/>
            <a:ext cx="219456" cy="21945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474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· The seed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395935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warm.contact — the self-maintained record + the grant; the address book as an emergent view.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93008" y="3118104"/>
            <a:ext cx="219456" cy="21945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3474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Protocol &amp; apps sprint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47288" y="395935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9–11, ~119 commits. NIP-DA drafted with JS + Go interop; four apps reach M1; PR #2411 opens.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0488" y="3118104"/>
            <a:ext cx="219456" cy="21945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3474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The Nave unification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395935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13–14, ~143 commits. nave.pub born; shared design system, seal, and Alby sign-in across six repos.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87968" y="3118104"/>
            <a:ext cx="219456" cy="21945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42248" y="3474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The agent &amp; ops era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42248" y="395935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16–18, ~124 commits. Luke rebuilt; Nact/Nactor formalize the credential broker; “a publishing project.”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no longer a build project; it is a publishing project.” — nave.pub hub doc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protocol, two directions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371600"/>
          <a:ext cx="10607040" cy="3566160"/>
        </p:xfrm>
        <a:graphic>
          <a:graphicData uri="http://schemas.openxmlformats.org/drawingml/2006/table">
            <a:tbl>
              <a:tblPr/>
              <a:tblGrid>
                <a:gridCol w="1417320"/>
                <a:gridCol w="4572000"/>
                <a:gridCol w="461772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PERCEIVE · data-in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· actions-out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Data Grants (NIP-DA) — real draft NIP, built, JS↔Go interop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Action Approvals — sketch, not yet a NIP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NCP — concept; v0 egress organ built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Nactor — built, V1 HTTP + NIP-98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Nvoy, Nvelope, Nontact, Notegate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Nact (social), Nops (server ops)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(kind 30440 / 440 / 441 / 10440)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(propose → approve → sign → enact; NIP-59/46 today)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516636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ECEBF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5166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Nvoy is the connective tissue both ways — </a:t>
            </a:r>
            <a:pPr indent="0" marL="0">
              <a:buNone/>
            </a:pPr>
            <a:r>
              <a:rPr lang="en-US" sz="13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feeds ordinary agents their data and feeds Nactor its own config as a scoped grant.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Data Grants — NIP-DA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PROTOCOL, PART 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747504" y="530352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47504" y="530352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· PR OPEN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20700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nostr-scoped-data-grants — PR nostr-protocol/nips #2411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169164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30440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Data Set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NIP-44 encrypted under a random 32-byte scope key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47288" y="169164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18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Grant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188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gift-wrapped delivery of a scope key to a recipient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169164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cut; revocation is key rotation, not token expiry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42248" y="169164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10440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068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Index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0684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from your nsec alone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" y="39319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kinds cover the full lifecycle: publish, grant, revoke, and recover the index from your key alone.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reference implementations — JS (nipxx.mjs, ~200 LoC) and a Go CLI — interop verified live on public relays.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relay changes required; live-update by republish.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protocol, part 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Action Approvals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PROTOCOL, PART II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661904" y="530352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61904" y="530352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act-side peer to NIP-DA — deliberately not yet a NIP.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50976" y="19202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" y="1993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2416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82696" y="192024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02736" y="19202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739896" y="1993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94176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34456" y="192024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54496" y="19202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91656" y="1993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45936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86216" y="192024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906256" y="19202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9043416" y="1993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97696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Enact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9808" y="342900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ECEBF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42900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standardizable primitive: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["approval", id, approver]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public, verifiable proof that an agent action passed a human tap.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" y="4663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Built-first: exploratory sketch only, deliberately not yet a NIP — a PR opens when cross-client demand appears.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transport is NIP-59/46; Nactor is the built V1 runtime (HTTP + NIP-98) that carries it.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protocol, part II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apps — the NIP-DA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BUILT ON THE SPEC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234440"/>
          <a:ext cx="10607040" cy="5074920"/>
        </p:xfrm>
        <a:graphic>
          <a:graphicData uri="http://schemas.openxmlformats.org/drawingml/2006/table">
            <a:tbl>
              <a:tblPr/>
              <a:tblGrid>
                <a:gridCol w="1371600"/>
                <a:gridCol w="649224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Scoped, revocable data delegation to AI agents; mounts as an MCP server (7 tools)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· v0.1 working client + console “Ledger”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Nvelope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document sharing — live folders, real revocation, one-key recovery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· v1 feature-complete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Nherit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estate / legacy break-glass vault — dead-man’s-switch escrow + SLIP-39 paper Shamir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· ~150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Nontact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no-maintenance address book — self-maintained records, scoped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· alpha prototype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secure tip line for journalism — PoW toll, gift-wrap, timing jitter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· v1 feature-complete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Ntrigue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Phones-only party game of secrets &amp; blackmail — revoke a secret, can’t un-tell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· v0.1 (MIT)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Nostr spycraft game — grants are earned intel; a key rotation is a felt “burn notice”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· M1 of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built on the spec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Nvoy — the connective tissue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6204" y="530352"/>
            <a:ext cx="9555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6204" y="530352"/>
            <a:ext cx="955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234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revocable data delegation to AI agents — mounted as an MCP server so any agent can consume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19659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78408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exposed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61688" y="19659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90288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client + console “Ledger”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9659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02168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revoke-mid-conversation demo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3520440"/>
            <a:ext cx="10607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5204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 duty: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Nvoy feeds ordinary agents their data as scoped grants — and feeds Nactor its own config the same way. It is the one instance that sits on both sides of the spine (perceive and act).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5349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npm-published — the underlying protocol is still a draft.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· Nvoy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Noir — the flagship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861804" y="530352"/>
            <a:ext cx="18699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61804" y="530352"/>
            <a:ext cx="1869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· M1/6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spycraft mystery game where information is the board.”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19659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B1C3E"/>
          </a:solidFill>
          <a:ln w="12700">
            <a:solidFill>
              <a:srgbClr val="3D42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196596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as NIP-DA scopes — what you can see is what you’ve earned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297180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B1C3E"/>
          </a:solidFill>
          <a:ln w="12700">
            <a:solidFill>
              <a:srgbClr val="3D42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971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97180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assets by key rotation — a felt “burn notice,” not an abstract token expiry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397764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B1C3E"/>
          </a:solidFill>
          <a:ln w="12700">
            <a:solidFill>
              <a:srgbClr val="3D42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Director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397764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itself an nvoy agent — the AI game master runs on the same protocol as the game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498348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B1C3E"/>
          </a:solidFill>
          <a:ln w="12700">
            <a:solidFill>
              <a:srgbClr val="3D42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983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ground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498348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entire protocol stack — the subject of its own architecture essay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· Noir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native cluster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THAT INTEGRATE WITH NAVE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that integrate with Nave, rather than being built on the spec itself.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691640"/>
          <a:ext cx="10607040" cy="3840480"/>
        </p:xfrm>
        <a:graphic>
          <a:graphicData uri="http://schemas.openxmlformats.org/drawingml/2006/table">
            <a:tbl>
              <a:tblPr/>
              <a:tblGrid>
                <a:gridCol w="1737360"/>
                <a:gridCol w="658368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warm.contact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Zero-knowledge, inbound-first contact collection; own wc1 sealed-box crypto (P-256 ECDH). The relay only ever brokers ciphertext.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v0.1 shipped · v0.6/v0.7 implemented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per-user reconnect agent (was “Rekindle”) — drafts warm replies in your voice, Mac→Anthropic direct, no auto-send.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shipped · per-user identity 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outerjoin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macOS app: consolidate, de-dup, and two-way-sync Apple↔Google contacts, on-device.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Substantially built · 85 tests 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49808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on record: “noir superseded by nave.pub” was wrong — noir (the game) is active; only the website platform flipped to nave.pub.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cluster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Quill — the reconnect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90404" y="530352"/>
            <a:ext cx="16413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0404" y="530352"/>
            <a:ext cx="16413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per-user agent — its own nostr identity, minted for that user — that drafts warm, personal reconnection replies in the user’s voice, and never sends anything on its 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B1C3E"/>
          </a:solidFill>
          <a:ln w="12700">
            <a:solidFill>
              <a:srgbClr val="3D42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(human)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2468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 — nostr identity, mint-or-BYO, the root of the estate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approve (send is a human tap)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0" y="20574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B1C3E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QUILL (the agent)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43800" y="2468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nsec/npub, minted per user — holds profile + scoped credentials, drafts, never sends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37033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ships as-is: Rekindle.swift + Reconnect.swift, 59 tests green; Mac → Anthropic direct, claude-sonnet-5, relay never sees plaintext.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posture: grant-to-app, uniform — never brokers contact plaintext through shared Nave infra.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bundle: narrative, signature, home region, Anthropic key, Gmail app-password, and Calendly (the one genuinely new field).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548640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48640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“It’s Luke, for everyone.”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· Quill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Luke — the flagship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3072" y="53035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3072" y="5303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nostr-delegated agent at luke.nave.pub, plus the nostr-signed gate to a private OpenClaw cockpit.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85623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007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corpus, proposer, cron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85623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007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for the propose→approve→sign→broadcast loop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2514600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591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cards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Telegram, webhook self-registration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4768" y="2514600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3591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+ heartbeat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and control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" y="3172968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beat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7:20am ET daily rhythm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3172968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engine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heartbeat, nightly dreaming, hygiene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" y="3831336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675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draft-only, via himalaya IMAP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44768" y="3831336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675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luke-brain repo holds snapshots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9808" y="544068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ECEBFB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440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is the pattern Quill generalizes: a per-person brain that drafts in your voice from granted credentials.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Nactor &amp; NCP — the two runtimes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28016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Nactor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0" y="1499616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49961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4128" y="1901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act-side runtime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33172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NIP-98; holds the proposal queue and role keys.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nact library that is Nact runs as Nactor with a pluggable actuator — publish for Nact, exec for Nops.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identities live (luke / brain / nave / nactjaf), 7 credentials.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0488" y="128016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NCP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326880" y="1499616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49961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v0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64808" y="1901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perceive-side runtime — “the missing quadrant”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64808" y="233172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v0 egress organ: transparent proxy /api/proxy/&lt;provider&gt; injects the real credential from RAM.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calls Anthropic; it never holds the key.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per-identity gate, data-grant read path, optional MCP-resource front.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model — hybrid by sensitivity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is a Director-signed grant carried by the identity — never a box ACL.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450592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On-box, RAM custody. Tight custody, non-sensitive content. Live today across 5 providers (anthropic, telegram ×2, gcal, gmail).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4128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Brain — on-box Nave agents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82880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Grant-to-app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4808" y="2450592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holds its own key, off-box or content-sensitive. Built, but delivery is not yet consumed anywhere live.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64808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warm.contact, Quill — off-box / zero-knowledge consumers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43434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rule (two tests):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request content sensitive to Nave? Is the consumer off-box? Either yes → grant-to-app; both no → broker.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" y="5696712"/>
            <a:ext cx="100584" cy="10058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577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 </a:t>
            </a:r>
            <a:pPr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Nactor credential-scope reader (M2)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AD-6 · credential model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Nfra — the sovereign substrate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417320"/>
          <a:ext cx="10607040" cy="2194560"/>
        </p:xfrm>
        <a:graphic>
          <a:graphicData uri="http://schemas.openxmlformats.org/drawingml/2006/table">
            <a:tbl>
              <a:tblPr/>
              <a:tblGrid>
                <a:gridCol w="1920240"/>
                <a:gridCol w="2468880"/>
                <a:gridCol w="4480560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Nave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Hostinger · Ubuntu 24.04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Docker: nact / luke / nvoy / nactor / caddy / openclaw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(fleet-ops)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/ bunker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Hostinger · AlmaLinux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Docker: strfry + Bunker46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 (relay-ops)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warm.contact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DigitalOcean · Ubuntu, 1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Caddy + Node :8484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(fleet-ops)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39776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ECEBF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9776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opens all three: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nave_mgmt — SSH key-only, stray keys pruned, each box proven before locking.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51663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box = newbox.sh → on-box firewall → prove key login → rekey.sh --lock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key lives in the bunker, encrypted (Bunker46); apps borrow signatures over NIP-46 — the key never leaves the box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· the fleet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Docker-safe hardening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· THE INCIDENT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23444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3A1620"/>
          </a:solidFill>
          <a:ln w="12700">
            <a:solidFill>
              <a:srgbClr val="8C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— 2026-07-20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firewalld flushed Docker’s iptables chains on the relay/bunker box — Docker networking broke, then the Docker daemon itself wouldn’t boot. Root fix: never run firewalld on a Docker host.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firewalld purged, not reconfigured — banned on every Docker host going forward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nftables INPUT + DOCKER-USER seal — an on-box firewall with no provider-panel dependency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fail2ban, auto-updates, and reboot survival — verified externally on main + warm.contact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516636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1B1C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1663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rule: “firewalld is banned on Docker hosts.”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· the incident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SSH + CI to Nops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· OPS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28016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— unified CI ops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57700" y="1499616"/>
            <a:ext cx="11841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7700" y="1499616"/>
            <a:ext cx="1184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4128" y="201168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fleet-ops — full channel for main + warmcontact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relay-ops — RESTRICTED channel for the bunker box: forced-command allowlist, cannot read the sovereign .env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probe, verify, deploy — rounding out the toolkit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Bunker and relay both live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0488" y="128016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ECEBFB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Nops proper — the north star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898380" y="1499616"/>
            <a:ext cx="11841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98380" y="1499616"/>
            <a:ext cx="1184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64808" y="201168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the box with your nostr key — no SSH, no CI secret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Ops-runner holds its own identity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its allowed verbs as a scoped grant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on signed, human approval — exec on a nostr-gated tap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already built the proto over the wrong transport” — today's SSH + CI channels are Nops, running before nostr carried 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· ops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dangling threads — the ADRs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DISCIPLINE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28016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26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75988" y="1463040"/>
            <a:ext cx="11841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5988" y="1463040"/>
            <a:ext cx="1184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runtime by identity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publishes its own relay list (kind 10002) and handler advert (kind 31990). Canonical handle: nactor@nave.pub — clients discover transport from who it is, not a URL.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190488" y="128016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426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59368" y="1463040"/>
            <a:ext cx="24414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59368" y="14630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BY CHOICE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boot is the north star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holds no long-term secret on disk, unsealed by the Director over nostr at boot. Interim: SOPS-sealed keys, age key kept off-box.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49808" y="361188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AD-6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75988" y="3794760"/>
            <a:ext cx="11841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5988" y="3794760"/>
            <a:ext cx="1184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4160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consumption is hybrid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526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vs grant-to-app, decided by sensitivity and box locality — already the de-facto rule in production.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190488" y="361188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4F4FA"/>
          </a:solidFill>
          <a:ln w="12700">
            <a:solidFill>
              <a:srgbClr val="E1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916668" y="3794760"/>
            <a:ext cx="11841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16668" y="3794760"/>
            <a:ext cx="1184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4160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 kinds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4526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(shared, gates proposals) vs comms (per-agent, normal messaging) — forced by a hard Telegram constraint: one bot token, one update consumer.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discipline · ADRs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SNAPSHOT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280160"/>
            <a:ext cx="3383280" cy="4892040"/>
          </a:xfrm>
          <a:prstGeom prst="roundRect">
            <a:avLst>
              <a:gd name="adj" fmla="val 2162"/>
            </a:avLst>
          </a:prstGeom>
          <a:solidFill>
            <a:srgbClr val="F4F4FA"/>
          </a:solidFill>
          <a:ln w="15875">
            <a:solidFill>
              <a:srgbClr val="1F9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1965960"/>
            <a:ext cx="2971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NIP-DA spec complete, PR #2411 open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NIP-DA apps at live/alpha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Nact / Nactor — core-live runtime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— live posting loop + briefs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hardened, rekeyed to one key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AD-1, AD-2, AD-5, AD-7 shipped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1280160"/>
            <a:ext cx="3383280" cy="4892040"/>
          </a:xfrm>
          <a:prstGeom prst="roundRect">
            <a:avLst>
              <a:gd name="adj" fmla="val 2162"/>
            </a:avLst>
          </a:prstGeom>
          <a:solidFill>
            <a:srgbClr val="F4F4FA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IN-FLIGHT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0288" y="1965960"/>
            <a:ext cx="2971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 M3 — AI Director in progress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migration M2 — the one missing piece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Quill — per-user identity design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warm.contact — large product backlog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nave-connect module built, not yet wired 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73568" y="1280160"/>
            <a:ext cx="3383280" cy="4892040"/>
          </a:xfrm>
          <a:prstGeom prst="roundRect">
            <a:avLst>
              <a:gd name="adj" fmla="val 2162"/>
            </a:avLst>
          </a:prstGeom>
          <a:solidFill>
            <a:srgbClr val="F4F4FA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2168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INTENDED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02168" y="1965960"/>
            <a:ext cx="2971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Action Approvals as a NIP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Nops proper — nostr-native ops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boot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Nmail — verb-scoped IMAP adapter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Request-is-a-grant-and-enact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snapshot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5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7548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— the backlog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335024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188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migration (M2–M7)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53619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frontier. Nactor credential-scope reader is “the one missing piece” (2b broker is live, grant delivery is built-but-unused); the mail connector (#36/M5) is next up.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0488" y="1335024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1188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Nact hardening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64808" y="153619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created_at at propose and re-verify the fingerprint before signing; faithful render; risk tiers for critical kinds; channel binding as a scoped grant; a Mini-App signer.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" y="3026664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nave-connect (#56)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322783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built and tested, bunker path proven — wire it into every app's login UI and a unified title bar.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0488" y="3026664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Nvoy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64808" y="322783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migration, credential ciphertext to owning identity, a fleet console, re-delegation terms, and eventually macaroon-style sub-delegation.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718304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warm.contact + Quill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491947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Director grant to a warm.contact npub, a real Swift MCP transport, per-instance topology, and the Quill lifecycle build queue.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0488" y="4718304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4919472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“Protocol as Fuel” is live on the Substack; two more essays are written and ready to cross-post to nostr.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965960"/>
            <a:ext cx="2926080" cy="2926080"/>
          </a:xfrm>
          <a:prstGeom prst="ellipse">
            <a:avLst/>
          </a:prstGeom>
          <a:ln w="12700">
            <a:solidFill>
              <a:srgbClr val="3D42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4300" y="1485900"/>
            <a:ext cx="3886200" cy="3886200"/>
          </a:xfrm>
          <a:prstGeom prst="ellipse">
            <a:avLst/>
          </a:prstGeom>
          <a:ln w="12700">
            <a:solidFill>
              <a:srgbClr val="3D4270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94360" y="1005840"/>
            <a:ext cx="4846320" cy="4846320"/>
          </a:xfrm>
          <a:prstGeom prst="ellipse">
            <a:avLst/>
          </a:prstGeom>
          <a:ln w="12700">
            <a:solidFill>
              <a:srgbClr val="3D4270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74420" y="525780"/>
            <a:ext cx="5806440" cy="5806440"/>
          </a:xfrm>
          <a:prstGeom prst="ellipse">
            <a:avLst/>
          </a:prstGeom>
          <a:ln w="12700">
            <a:solidFill>
              <a:srgbClr val="3D4270">
                <a:alpha val="6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request that is a grant AND an enact.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and act collapse into one signed exchange; providers become first-class over NIP-05; revocation chains across providers.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B1C3E"/>
          </a:solidFill>
          <a:ln w="12700">
            <a:solidFill>
              <a:srgbClr val="3D42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16052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signature is the authorization; the rotation is the revocation.”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nave.pub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60152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2026-07-20T23:44:46Z</dcterms:created>
  <dcterms:modified xsi:type="dcterms:W3CDTF">2026-07-20T23:44:46Z</dcterms:modified>
</cp:coreProperties>
</file>